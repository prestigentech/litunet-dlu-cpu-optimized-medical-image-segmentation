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54E0-5D6C-2B16-B99D-3448B5B1B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D206B-46FC-FB4E-94CE-C9A29A519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32FB7-29BC-F2E9-93BB-F452507B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020D-4553-7793-45BB-D5FB5BFA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7B44-F87E-08D2-5773-FB2D7AA1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2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A53E-1C97-3FDD-A0CB-D1C68FA9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6A2B-0629-28F2-4DD7-FC139C40E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015A-8548-A0B1-ADD8-93DF6297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8AAD-5601-2F67-D219-5F52029D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AC1B-2BE2-4580-4296-D13BA1C9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1B0E-C533-C36D-E0CF-9CAEECAB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39817-2C40-0669-D75E-7EA72F4F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B6D3-94EA-9816-F51B-0A8C5D45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9C53-D563-0084-7C47-0AE8EA7F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4A11-B441-8FB9-C925-42DC705A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5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0C51-F8C4-A4C0-7759-30C4EB87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CC25-8C34-C4B5-EE5B-1844F47F8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E2A1A-5599-FF8C-C621-4B9FF9488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8F260-4A4C-349D-D665-8EF0240A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822DD-FC3F-6364-58E9-920D1D91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AC513-E5D0-DBCA-CDDD-C8746713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7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1D38-81DF-AFB7-66D1-E34C9C33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FE8CB-A299-0026-77AB-C1B27303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6A570-75F4-0EEA-28AE-5CB15105E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72574-B3C0-6436-67C9-EC625AE80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E5320-CBAA-92A3-D993-19D8E23DB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5536-0B6C-3BAB-D1CB-717C6E72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D0CCE-C5DF-268D-B3FE-7CE47B59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F83BB-627F-98E1-0ED0-6802232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6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CE27-5098-862C-4847-05FD1B72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38E04-0857-D3DC-B142-F5B5CDD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1193-3567-F97F-24BD-D7656CF2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D2C94-9791-4050-62E4-CDC55703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9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4A610-7F78-F409-0F40-A8AA9B11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8A584-FDFA-D34E-7EA0-A3283D7C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AEA3B-356A-989A-7CDE-0D176625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5CFA-9A5C-F920-C757-DB1E232F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FE448-C37D-5410-0344-E829AE89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6E4B0-D379-31AC-C6C5-F7C6C91D1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4D8A3-1801-F043-E8DA-9221764E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CC6E0-11B9-6F60-350D-218A3081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4CE1D-1F4C-2CE0-B0BD-2A58ADE5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99E7-BF9F-5EB2-200E-254A13D2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CE9F7-F945-35C1-7B76-458C2CF74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197C1-3578-541A-C166-6601A8A6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F59-03EA-0809-45C5-BB87716F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74087-EA3A-432D-7338-B158A99B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B6C47-DFBB-769F-972C-2FED27B0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741D-1493-C07C-71A0-B743CFFD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49063-03B5-112B-58FC-82741837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D697-DBC7-5045-76A7-DAB3D0247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BBE0E-10A5-BEBE-7C51-6EF2D9A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B0DC-F206-5C3D-A866-DB7C7EBD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3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1A77A-161F-EB33-534A-CDA95AC82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E7782-4667-10AE-9F07-B6C73E75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7CADE-6314-C119-7734-4BC3EE0B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FC4E2-8E49-79AC-A98A-1B1E554A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836B8-F5A9-B126-B028-3A26A1E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9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41962-C192-07C7-F20A-FE0213A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A37E-5C9F-A7C1-D188-9069A15A5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7EC1F-0178-50F0-D90B-CCB568692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5E772-9B4C-4660-A9F3-D9792565F5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006D-CE6A-98B7-49FF-36401675C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E352-F82A-8D9A-3E86-580565783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D10231-F455-55B9-697F-9CF05187A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0"/>
            <a:ext cx="1144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40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DABB-884F-A053-BC74-A5BC243B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D2D01D6-0CCB-60F9-2F13-78187152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78" y="299146"/>
            <a:ext cx="8357870" cy="625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19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56835C9-73AC-81B4-DB8A-A9DDB2AE9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26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92A204D-F65B-DD33-566C-47F008A4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93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1B62CE6-B8F4-31F8-867E-8D60E457B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0"/>
            <a:ext cx="120919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33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7E08E74-ED43-76DC-7113-0D6FA6D53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561" y="0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3C9E1-73F8-FE7C-5BCC-93090B83A90E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3B0A6-F614-9DF2-021F-2ACFF3D857BE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EC63B-AA6D-7B09-2E72-AB2BBE96CB42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38868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4033798-0E6A-577D-456B-1C2F7ACC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7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16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ED08EEC-C7DA-411E-F268-A42320C6D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8057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C0ECDE2-C9E8-0A0E-B078-4B84800B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9823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96A6430E-D59F-5D46-FBB5-032F2A6BA126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101193D-886E-49F0-51C8-293FD8040497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1F0816E-C2AB-4462-33B8-1CC12396E2FB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AFA15-055E-7B86-6769-60E7561E3111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CAF21-D7BA-1A6D-EC8F-000FB83FBFF9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3865B-17A5-324C-2D41-0680FDB3CA6A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05250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34016D4-9AA7-1431-F98C-2A446660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0"/>
            <a:ext cx="11279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3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18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2</cp:revision>
  <dcterms:created xsi:type="dcterms:W3CDTF">2025-11-12T21:32:24Z</dcterms:created>
  <dcterms:modified xsi:type="dcterms:W3CDTF">2025-11-18T23:51:11Z</dcterms:modified>
</cp:coreProperties>
</file>