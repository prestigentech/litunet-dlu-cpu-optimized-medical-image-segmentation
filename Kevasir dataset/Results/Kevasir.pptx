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47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BB09-3C39-221E-F6F0-D6403650D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B3CBC-B8A1-5B4C-08AC-C516C328A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1E962-62AB-1DD1-76B3-443B71D6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04B3-0E6A-60AB-AE08-2EB72898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B8BC5-7ED1-AF2E-B871-C5358C71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9D79F-4F09-51F2-1242-91D4AD27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E0F83-B0C8-3F6E-9DB5-A64C43C30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3744C-12A1-0ABA-0A13-30D07339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C8DB4-BD2F-B00F-1AED-4FD5D77FB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FBA91-57C0-3CA5-2CD3-A9BFE6C2C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85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C53F-8EB8-6886-CC14-98FC4D2F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6AAC0-70ED-1A47-1AB5-525E3C641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A52B7-85EE-8F16-1E92-BA9AB7F6D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AF969-79BD-33CA-0510-74D7D06DB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5EE26-C197-EDF0-A2D5-69C8160F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5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FACB-7990-9E26-E3B4-BB5E29D6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D3440-15B4-B316-5B23-CF36ED024E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A73BB-62C2-9363-DE31-F3656C53F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89721-5F6F-70C9-97B7-E1D1B6232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D31F0-FB56-3234-B967-41A6B15C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89111-0BB1-F13D-020A-8F32BF39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0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E3F4-3888-EE0E-C452-292C29907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6AF9F-95BD-85F7-A26D-404B61F4E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9C1E7-A19B-59AB-3D21-379999E4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68918-D7DB-0D10-16FB-9776DA002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1F6DC4-965D-D7C8-9373-01DFFECA5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73A89-3C61-635E-A045-DDF98CE7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CD054-CE9C-7171-9798-CCD8C3B25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D3BAA0-340A-B86D-F9D6-F7DF7947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0353E-48D9-E31B-1050-9478515F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8DC1C-4931-43A0-A1AE-F699C578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EBC39-D627-A6EF-2893-25604F00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5D0A5-E3DD-6B6D-03B1-7C52525E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48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55EABE-66D8-6A99-1804-D3618264C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2F6B5-99DD-ED2B-2371-2E231C20C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1B0B1-09AA-E76B-36B3-1642D945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27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50A42-CE69-1B80-F0F2-B42355EDB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F2EB-2161-82B4-6F00-68617116D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6B4E8-9AC5-B7B8-9DAC-0742FB599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9F212-37E4-2733-0652-83C0F3487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BACAA-49EB-A1D5-5445-53EADA904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A62E2-8E37-876E-3E27-9DD3D728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50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B1BEC-CFC1-805B-0694-94C55026A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E0BBA-92D2-9EEF-1D7F-3B1B488364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DFCC8-9166-DB91-403E-738E2B3A0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DC231-5765-34AE-A9B3-C6DF03857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B7A37-16A8-84D9-4FEC-DA86B7B3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728D1-2E57-8FC1-1DF1-76488324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415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4E1F-4A32-15D3-434A-31CED4DB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D701D-E5E1-D0AA-89D4-0513A5B92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7A9BF-9CDF-767A-E766-5B8126A6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CB1D3-A83C-D233-B191-1D62B47CC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647E3-623E-9303-4A26-A1889408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2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0CA33C-0C8A-E4B7-A229-BE5E8075E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8776B-842B-5E4E-68CB-D0377488C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84F8D-521B-4DEE-851F-BF262AC0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554-ADDD-460D-B412-0774C0AD53D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71B2C-F03C-F404-D17A-A4A1AD8EC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1AA54-B115-E26F-5FBB-832FAAC92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B1E2D-F712-4D3D-639E-DBAE6B843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C0859-8C0F-C2A6-AA6E-8006C4C9F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39672-C1AA-AF29-F027-488FFD49D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61554-ADDD-460D-B412-0774C0AD53D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7D895-6DD7-121E-68AF-0036BB7DD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3955C-02BE-7210-D700-AF07A6E04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C5B53-521B-40FB-B7BA-F0E5989BE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9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5F10DA7-6634-356B-F81E-5FA191968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0"/>
            <a:ext cx="114506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08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FDE4542-BDD6-9348-CA0D-5F83C079B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0"/>
            <a:ext cx="9156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858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78E63B6-6359-4593-5347-F8C9D4F64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8" y="0"/>
            <a:ext cx="10269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977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C6C70F3-9681-A66B-BA39-CCFFE4BB6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8" y="0"/>
            <a:ext cx="10269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990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6C2B97CF-6EBC-DEE2-2902-40E3E5B77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0"/>
            <a:ext cx="120919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90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F0431D77-6370-8620-62AD-77C66CCEA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700" y="0"/>
            <a:ext cx="81010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F62725-BBE3-60B2-3790-94C1EC2BC929}"/>
              </a:ext>
            </a:extLst>
          </p:cNvPr>
          <p:cNvSpPr txBox="1"/>
          <p:nvPr/>
        </p:nvSpPr>
        <p:spPr>
          <a:xfrm>
            <a:off x="922886" y="999777"/>
            <a:ext cx="134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3 Runs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2ADF6-8B6A-0941-CA45-8F2FCEB2967D}"/>
              </a:ext>
            </a:extLst>
          </p:cNvPr>
          <p:cNvSpPr txBox="1"/>
          <p:nvPr/>
        </p:nvSpPr>
        <p:spPr>
          <a:xfrm>
            <a:off x="833986" y="3171645"/>
            <a:ext cx="1246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r>
              <a:rPr lang="en-US" dirty="0"/>
              <a:t> </a:t>
            </a:r>
          </a:p>
          <a:p>
            <a:r>
              <a:rPr lang="en-US" dirty="0"/>
              <a:t>3 Runs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887D6-9677-4F13-32F9-50784E4DF0E0}"/>
              </a:ext>
            </a:extLst>
          </p:cNvPr>
          <p:cNvSpPr txBox="1"/>
          <p:nvPr/>
        </p:nvSpPr>
        <p:spPr>
          <a:xfrm>
            <a:off x="831549" y="5488891"/>
            <a:ext cx="124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 3 Runs</a:t>
            </a:r>
          </a:p>
        </p:txBody>
      </p:sp>
    </p:spTree>
    <p:extLst>
      <p:ext uri="{BB962C8B-B14F-4D97-AF65-F5344CB8AC3E}">
        <p14:creationId xmlns:p14="http://schemas.microsoft.com/office/powerpoint/2010/main" val="1173221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7869E8CC-A88B-2523-D82B-4267E6235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0"/>
            <a:ext cx="103219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572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6DE8D8C1-33A6-C7D2-B8BC-40D92B6E7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9095"/>
            <a:ext cx="121920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A4DF7AC8-8429-C24C-70CD-F90B09C45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2845"/>
            <a:ext cx="12192000" cy="369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ight Brace 1">
            <a:extLst>
              <a:ext uri="{FF2B5EF4-FFF2-40B4-BE49-F238E27FC236}">
                <a16:creationId xmlns:a16="http://schemas.microsoft.com/office/drawing/2014/main" id="{2FD74AA8-2975-5816-3965-158FF54D0525}"/>
              </a:ext>
            </a:extLst>
          </p:cNvPr>
          <p:cNvSpPr/>
          <p:nvPr/>
        </p:nvSpPr>
        <p:spPr>
          <a:xfrm rot="16200000">
            <a:off x="3641370" y="-23878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172D17DB-1B24-B811-DFF8-1DBC5BDC9493}"/>
              </a:ext>
            </a:extLst>
          </p:cNvPr>
          <p:cNvSpPr/>
          <p:nvPr/>
        </p:nvSpPr>
        <p:spPr>
          <a:xfrm rot="16200000">
            <a:off x="6856409" y="-23878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03B8A7C5-23D8-EB32-E207-FCDBB31E8C94}"/>
              </a:ext>
            </a:extLst>
          </p:cNvPr>
          <p:cNvSpPr/>
          <p:nvPr/>
        </p:nvSpPr>
        <p:spPr>
          <a:xfrm rot="16200000">
            <a:off x="10415212" y="-217811"/>
            <a:ext cx="464058" cy="272975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2811A-B4B3-BFC8-3CBF-F552936896A6}"/>
              </a:ext>
            </a:extLst>
          </p:cNvPr>
          <p:cNvSpPr txBox="1"/>
          <p:nvPr/>
        </p:nvSpPr>
        <p:spPr>
          <a:xfrm>
            <a:off x="3202061" y="524734"/>
            <a:ext cx="1342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ReLU</a:t>
            </a:r>
            <a:r>
              <a:rPr lang="en-US" dirty="0"/>
              <a:t> 3 Runs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5C35E-78E4-3FA8-A80D-E02C0194DF00}"/>
              </a:ext>
            </a:extLst>
          </p:cNvPr>
          <p:cNvSpPr txBox="1"/>
          <p:nvPr/>
        </p:nvSpPr>
        <p:spPr>
          <a:xfrm>
            <a:off x="6208151" y="524734"/>
            <a:ext cx="1874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LeakyReLU</a:t>
            </a:r>
            <a:r>
              <a:rPr lang="en-US" dirty="0"/>
              <a:t> 3 Runs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E8552-B254-57CE-8AF0-AB8C20E80270}"/>
              </a:ext>
            </a:extLst>
          </p:cNvPr>
          <p:cNvSpPr txBox="1"/>
          <p:nvPr/>
        </p:nvSpPr>
        <p:spPr>
          <a:xfrm>
            <a:off x="10022775" y="524734"/>
            <a:ext cx="124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DLU 3 Runs</a:t>
            </a:r>
          </a:p>
        </p:txBody>
      </p:sp>
    </p:spTree>
    <p:extLst>
      <p:ext uri="{BB962C8B-B14F-4D97-AF65-F5344CB8AC3E}">
        <p14:creationId xmlns:p14="http://schemas.microsoft.com/office/powerpoint/2010/main" val="53888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30D6D411-6310-46A3-47CE-F82264783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0"/>
            <a:ext cx="11279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527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18</Words>
  <Application>Microsoft Office PowerPoint</Application>
  <PresentationFormat>Widescreen</PresentationFormat>
  <Paragraphs>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 Anaba Abotisum</dc:creator>
  <cp:lastModifiedBy>Williams Anaba Abotisum</cp:lastModifiedBy>
  <cp:revision>2</cp:revision>
  <dcterms:created xsi:type="dcterms:W3CDTF">2025-11-12T21:51:05Z</dcterms:created>
  <dcterms:modified xsi:type="dcterms:W3CDTF">2025-11-18T23:05:27Z</dcterms:modified>
</cp:coreProperties>
</file>